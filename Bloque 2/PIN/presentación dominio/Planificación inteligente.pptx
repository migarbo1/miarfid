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7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57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B7040-AF68-8697-2109-967AAD059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7A1D37-B65A-F847-06D9-9403B1A3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A8C3C-005E-5110-BEF3-A4E23E15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03F872-0526-9544-E4A6-8D891228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32B0C-9A9A-0836-CAC8-B7B6AB21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22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0E76E-B78B-7DBC-9434-C2C584C0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E690D9-1989-3503-FE64-BEB21AFFB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667497-8B24-1DF8-D99B-CFB08F21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5D54D-83DC-C96D-7970-9A513231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3FDBE-391B-4A63-88A7-06908B2B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6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8C3D8-354B-A9CE-3B86-017E6F7B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559C6E-7D06-45F3-9F3D-BD1F935C8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7BA446-79E6-BF71-2F68-8CC091ED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3FE1B-9417-63D8-F533-2E0FD18E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014DE3-3E81-1441-7E25-388E6571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61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7EFE3-8D6D-9397-B518-9F3307C1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E9F0C0-485F-91A7-4DE0-F6CB5E44E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A1DA1D-08CA-1F6B-1F5F-D3D03A232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A94567-318C-B0D8-CF3D-2EAFAEF8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311A86-26E8-9892-7866-8DA9B5E7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B3C40-29AC-3719-19D6-053D8139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804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AFC51-5AC3-47A3-D583-C9DAFB48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009E65-D130-3E5E-3AE6-3F6655019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1967B6-E906-7088-0564-87C960A61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7510D3-95CB-7E86-A510-4E1F94FDC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591EC5-4BF4-FFED-59D3-4073297D7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DBC59D-239A-26D4-9166-41466BF1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B0F6A4-F421-CA12-31D3-95BC7244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226959-99A1-9495-4B75-70744B38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368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A95FC-6339-4189-5A6D-04F34DB0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24147E-7F3B-C69B-2CC5-501A5638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202CFF-116D-6509-DE7F-56FB8D86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D398D3-FABF-9FFC-37A8-CA7B16D7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030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EFFA89-073A-8CAC-F3AB-99BD974B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4D62A7-25E4-1E06-E129-51399CDF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8ABEA0-3DA0-CA72-33C1-4510E278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69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BAD14-E831-29A2-6D2C-316DD1CC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4664C0-B410-40FB-2D89-9B6FDF060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4784F3-8CED-EC6A-4FF0-CAF7DC514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F36ADD-E60C-A2C5-E404-F501435E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C0C95C-4721-9BC9-EB10-901CC335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697C3D-C3D5-88B9-CCB9-E58F1255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81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1DFC7-0D70-D499-0396-CBE98B83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DD5267-A429-513D-E054-4FCAE8188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DAE951-4C49-3AF2-2FC0-B8DEF0D4D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355CB1-DB9D-219F-D0E4-7E082AED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65A693-F362-FC19-0F20-2C5CA34A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F79366-A3D3-979E-F1AF-0153713C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36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35900-DE9D-0A62-26D9-478F2490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593D2C-483C-861F-6980-0DCF79FC2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7E9AA8-DADA-648D-6BB9-4167220A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27B4B0-FB55-39F5-7A0E-B0255432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638832-EDD6-A699-38B7-B68D64AA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940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9CADEA-E8C1-5ED9-69B8-81FA8B641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7B4CDF-07C3-EBBC-E8CC-501C8166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1CED58-E901-4F28-2370-3DA3DFC7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28EFA6-D062-5BAE-6BC6-FE095F80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25B7E7-A195-E5B4-52EF-CC0B233D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272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CBC28F-67C7-C21B-E353-1F8A1FBE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69FBDC-8B1E-1F9B-1EA0-790B7D24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6A25BC-249B-5DFF-2D11-4FBA95F75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71A28-FDBE-476C-BBC4-C971725CE9A4}" type="datetimeFigureOut">
              <a:rPr lang="es-ES" smtClean="0"/>
              <a:t>20/12/2022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6CB58-DAE7-0068-1427-06B43701C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A60773-C5F1-D547-8BAE-EF2508E3F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E66CC-F4E6-49B6-B7D4-244337A4B6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086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427FC04-7AB7-99D3-A1C9-7B29AE26F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 fontScale="90000"/>
          </a:bodyPr>
          <a:lstStyle/>
          <a:p>
            <a:r>
              <a:rPr lang="es-ES" sz="6600"/>
              <a:t>Planificación inteligente: Dominio Puerto</a:t>
            </a:r>
            <a:endParaRPr lang="es-ES" sz="6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56623A-9C05-6FF1-FEFE-96FEA957F13D}"/>
              </a:ext>
            </a:extLst>
          </p:cNvPr>
          <p:cNvSpPr txBox="1"/>
          <p:nvPr/>
        </p:nvSpPr>
        <p:spPr>
          <a:xfrm>
            <a:off x="638882" y="5876925"/>
            <a:ext cx="10909640" cy="36933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s-ES"/>
              <a:t>Miguel García Bohigues</a:t>
            </a:r>
          </a:p>
          <a:p>
            <a:pPr algn="ctr"/>
            <a:r>
              <a:rPr lang="es-ES"/>
              <a:t>Gerard Mas Mollà</a:t>
            </a:r>
            <a:endParaRPr lang="es-ES" dirty="0"/>
          </a:p>
        </p:txBody>
      </p:sp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pic>
        <p:nvPicPr>
          <p:cNvPr id="10" name="Imagen 9" descr="Un dibujo de una grúa&#10;&#10;Descripción generada automáticamente con confianza baja">
            <a:extLst>
              <a:ext uri="{FF2B5EF4-FFF2-40B4-BE49-F238E27FC236}">
                <a16:creationId xmlns:a16="http://schemas.microsoft.com/office/drawing/2014/main" id="{7B55ECE4-EC2F-F394-274E-DB8B600EDB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1" b="13234"/>
          <a:stretch/>
        </p:blipFill>
        <p:spPr>
          <a:xfrm>
            <a:off x="3720559" y="537344"/>
            <a:ext cx="4750882" cy="27432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F632C4-7F94-2B71-64A6-58225437D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120" y="5314381"/>
            <a:ext cx="4401164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4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0"/>
            <a:ext cx="10515600" cy="1325563"/>
          </a:xfrm>
        </p:spPr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9B00F06-A389-30F2-674D-8664B119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Introducción al Dominio</a:t>
            </a:r>
          </a:p>
          <a:p>
            <a:r>
              <a:rPr lang="es-ES" dirty="0"/>
              <a:t>Acciones</a:t>
            </a:r>
          </a:p>
          <a:p>
            <a:pPr lvl="1"/>
            <a:r>
              <a:rPr lang="es-ES" dirty="0" err="1"/>
              <a:t>Stack</a:t>
            </a:r>
            <a:r>
              <a:rPr lang="es-ES" dirty="0"/>
              <a:t>: variantes y problemas</a:t>
            </a:r>
          </a:p>
          <a:p>
            <a:pPr lvl="1"/>
            <a:r>
              <a:rPr lang="es-ES" dirty="0" err="1"/>
              <a:t>Unstack</a:t>
            </a:r>
            <a:endParaRPr lang="es-ES" dirty="0"/>
          </a:p>
          <a:p>
            <a:pPr lvl="1"/>
            <a:r>
              <a:rPr lang="es-ES" dirty="0"/>
              <a:t>Transporte entre muelles</a:t>
            </a:r>
          </a:p>
          <a:p>
            <a:r>
              <a:rPr lang="es-ES" dirty="0"/>
              <a:t>Resultados</a:t>
            </a:r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301ABD-6744-95E1-2C28-6DEB903E6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865462"/>
            <a:ext cx="1552575" cy="12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s-ES" dirty="0"/>
              <a:t>Introducción al Dominio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9B00F06-A389-30F2-674D-8664B119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Diferentes muelles </a:t>
            </a:r>
          </a:p>
          <a:p>
            <a:pPr lvl="1"/>
            <a:r>
              <a:rPr lang="es-ES" dirty="0"/>
              <a:t>Altura máxima</a:t>
            </a:r>
          </a:p>
          <a:p>
            <a:r>
              <a:rPr lang="es-ES" dirty="0"/>
              <a:t>Múltiples contenedores:</a:t>
            </a:r>
          </a:p>
          <a:p>
            <a:pPr lvl="1"/>
            <a:r>
              <a:rPr lang="es-ES" dirty="0"/>
              <a:t>Objetivo</a:t>
            </a:r>
          </a:p>
          <a:p>
            <a:pPr lvl="1"/>
            <a:r>
              <a:rPr lang="es-ES" dirty="0"/>
              <a:t>Regulares</a:t>
            </a:r>
          </a:p>
          <a:p>
            <a:r>
              <a:rPr lang="es-ES" dirty="0"/>
              <a:t>Pistas de transporte</a:t>
            </a:r>
          </a:p>
          <a:p>
            <a:r>
              <a:rPr lang="es-ES" dirty="0"/>
              <a:t>Grúas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1A598D-C5EC-617D-FF88-760D700F6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9" y="1876225"/>
            <a:ext cx="5024279" cy="347701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6F70C8E-98EC-F23A-0CCE-39B1A65D4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865463"/>
            <a:ext cx="3083279" cy="24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1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1325563"/>
          </a:xfrm>
        </p:spPr>
        <p:txBody>
          <a:bodyPr/>
          <a:lstStyle/>
          <a:p>
            <a:r>
              <a:rPr lang="es-ES" dirty="0"/>
              <a:t>Acciones: </a:t>
            </a:r>
            <a:r>
              <a:rPr lang="es-ES" dirty="0" err="1"/>
              <a:t>Stack</a:t>
            </a:r>
            <a:r>
              <a:rPr lang="es-ES" dirty="0"/>
              <a:t> - variantes y problemas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E1148F2-75C3-4E83-2F2B-D74891A03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0660" y="1470156"/>
            <a:ext cx="9650679" cy="4632326"/>
          </a:xfr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67F3A4C-7F70-0885-9897-FB2C8B573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865457"/>
            <a:ext cx="2250742" cy="1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2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1325563"/>
          </a:xfrm>
        </p:spPr>
        <p:txBody>
          <a:bodyPr/>
          <a:lstStyle/>
          <a:p>
            <a:r>
              <a:rPr lang="es-ES" dirty="0"/>
              <a:t>Acciones: </a:t>
            </a:r>
            <a:r>
              <a:rPr lang="es-ES" dirty="0" err="1"/>
              <a:t>Unstack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222A5E-A67F-559E-AB4C-A47F49F7A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857971"/>
            <a:ext cx="2250742" cy="180254"/>
          </a:xfrm>
          <a:prstGeom prst="rect">
            <a:avLst/>
          </a:prstGeom>
        </p:spPr>
      </p:pic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02D97AF-B618-D296-AD76-57D2DEAB8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03" y="1121783"/>
            <a:ext cx="7270594" cy="529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4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Acciones: Transporte entre muelles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0D8DB3-A93F-21EC-C145-E91BF7B56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369676" cy="189779"/>
          </a:xfrm>
          <a:prstGeom prst="rect">
            <a:avLst/>
          </a:prstGeom>
        </p:spPr>
      </p:pic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3DC476E4-3003-35D4-1AB9-08099160A6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13" y="1597156"/>
            <a:ext cx="10734374" cy="423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6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Acciones: Transporte entre muelles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F5B8A3-95B0-FC0E-ADF2-0C7914B82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389"/>
            <a:ext cx="10515600" cy="4351338"/>
          </a:xfrm>
        </p:spPr>
        <p:txBody>
          <a:bodyPr/>
          <a:lstStyle/>
          <a:p>
            <a:r>
              <a:rPr lang="es-ES" dirty="0"/>
              <a:t>Plan 18 </a:t>
            </a:r>
            <a:r>
              <a:rPr lang="es-ES"/>
              <a:t>vs plan 14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0D8DB3-A93F-21EC-C145-E91BF7B56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369676" cy="1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4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8257713" y="433932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674703" y="435063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790934" y="1998292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1995864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89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8257713" y="433932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674703" y="435063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542420" y="4203722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8125430" y="4201294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45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9502066" y="2142781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2007175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10630412" y="4199827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00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1993436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24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502066" y="3779138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3631942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0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9473071" y="214305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40788" y="1995863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99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10630412" y="3610674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048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2124227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89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8257713" y="492213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8121639" y="4762052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721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6866325" y="4043620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1935332" y="2142781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1803049" y="1995864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6730251" y="3883534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704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02066" y="4339329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5717450" y="4043620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3178898" y="4329370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3046615" y="4182453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69783" y="4203722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392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9514181" y="2474436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4650976" y="4053578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3178898" y="4329370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4518693" y="3896622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9381898" y="2338829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73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E5B6C6-4B77-F596-CF9B-805BFF5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2607543" cy="2088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B1A3618-E9F8-11FF-8865-7D15801BA48A}"/>
              </a:ext>
            </a:extLst>
          </p:cNvPr>
          <p:cNvSpPr/>
          <p:nvPr/>
        </p:nvSpPr>
        <p:spPr>
          <a:xfrm>
            <a:off x="514350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6446-B58B-8C41-49B6-615C2D3DAB90}"/>
              </a:ext>
            </a:extLst>
          </p:cNvPr>
          <p:cNvSpPr/>
          <p:nvPr/>
        </p:nvSpPr>
        <p:spPr>
          <a:xfrm>
            <a:off x="1758703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314C5A-EC66-25E9-532B-B7D39A9D5D08}"/>
              </a:ext>
            </a:extLst>
          </p:cNvPr>
          <p:cNvSpPr/>
          <p:nvPr/>
        </p:nvSpPr>
        <p:spPr>
          <a:xfrm>
            <a:off x="3011934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941C36-B18D-1948-A919-094C954545D5}"/>
              </a:ext>
            </a:extLst>
          </p:cNvPr>
          <p:cNvSpPr/>
          <p:nvPr/>
        </p:nvSpPr>
        <p:spPr>
          <a:xfrm>
            <a:off x="8096435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F837B-8248-3F99-1111-0DC3E6163918}"/>
              </a:ext>
            </a:extLst>
          </p:cNvPr>
          <p:cNvSpPr/>
          <p:nvPr/>
        </p:nvSpPr>
        <p:spPr>
          <a:xfrm>
            <a:off x="9340788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58993A-B9F7-3EF1-C79D-AAF75CADBB18}"/>
              </a:ext>
            </a:extLst>
          </p:cNvPr>
          <p:cNvSpPr/>
          <p:nvPr/>
        </p:nvSpPr>
        <p:spPr>
          <a:xfrm>
            <a:off x="10594019" y="5498607"/>
            <a:ext cx="1083631" cy="765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1BC07C-5A64-1075-B190-280E9D08113A}"/>
              </a:ext>
            </a:extLst>
          </p:cNvPr>
          <p:cNvSpPr/>
          <p:nvPr/>
        </p:nvSpPr>
        <p:spPr>
          <a:xfrm>
            <a:off x="674703" y="4927106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3179F1-4CEA-ED8C-F8E9-7154026D648B}"/>
              </a:ext>
            </a:extLst>
          </p:cNvPr>
          <p:cNvSpPr/>
          <p:nvPr/>
        </p:nvSpPr>
        <p:spPr>
          <a:xfrm>
            <a:off x="10762695" y="375787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1A66CA-CCD2-2511-369A-7028544C33FC}"/>
              </a:ext>
            </a:extLst>
          </p:cNvPr>
          <p:cNvSpPr/>
          <p:nvPr/>
        </p:nvSpPr>
        <p:spPr>
          <a:xfrm>
            <a:off x="10762695" y="4335433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C8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0546B9-F752-509A-AF85-7238AB06F48D}"/>
              </a:ext>
            </a:extLst>
          </p:cNvPr>
          <p:cNvSpPr/>
          <p:nvPr/>
        </p:nvSpPr>
        <p:spPr>
          <a:xfrm>
            <a:off x="6774505" y="4053576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C6008-1A2C-7BE4-3432-29CE04650241}"/>
              </a:ext>
            </a:extLst>
          </p:cNvPr>
          <p:cNvSpPr/>
          <p:nvPr/>
        </p:nvSpPr>
        <p:spPr>
          <a:xfrm>
            <a:off x="1932835" y="433933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6335DC-44C9-1ED1-4FD4-E53430618DA8}"/>
              </a:ext>
            </a:extLst>
          </p:cNvPr>
          <p:cNvSpPr/>
          <p:nvPr/>
        </p:nvSpPr>
        <p:spPr>
          <a:xfrm>
            <a:off x="193357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85034B5-FA73-8E6B-7423-BC3E3FB66B8E}"/>
              </a:ext>
            </a:extLst>
          </p:cNvPr>
          <p:cNvSpPr/>
          <p:nvPr/>
        </p:nvSpPr>
        <p:spPr>
          <a:xfrm>
            <a:off x="3179685" y="4922137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284FD6-750B-9DEF-74C5-6E419094B614}"/>
              </a:ext>
            </a:extLst>
          </p:cNvPr>
          <p:cNvSpPr/>
          <p:nvPr/>
        </p:nvSpPr>
        <p:spPr>
          <a:xfrm>
            <a:off x="679974" y="4352752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1743F-A3AD-CDA8-1651-37DC8B981825}"/>
              </a:ext>
            </a:extLst>
          </p:cNvPr>
          <p:cNvSpPr/>
          <p:nvPr/>
        </p:nvSpPr>
        <p:spPr>
          <a:xfrm>
            <a:off x="9502066" y="4922139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4FE5A1-363B-6893-62E0-3D7124B68B84}"/>
              </a:ext>
            </a:extLst>
          </p:cNvPr>
          <p:cNvSpPr/>
          <p:nvPr/>
        </p:nvSpPr>
        <p:spPr>
          <a:xfrm>
            <a:off x="3178898" y="4329370"/>
            <a:ext cx="754602" cy="5715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B31B99-A45E-4311-E6BA-9F17040828FB}"/>
              </a:ext>
            </a:extLst>
          </p:cNvPr>
          <p:cNvSpPr/>
          <p:nvPr/>
        </p:nvSpPr>
        <p:spPr>
          <a:xfrm>
            <a:off x="10762695" y="4922140"/>
            <a:ext cx="754602" cy="5715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C6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E3246A7-7968-8D63-3D35-E50D18EBC176}"/>
              </a:ext>
            </a:extLst>
          </p:cNvPr>
          <p:cNvGrpSpPr/>
          <p:nvPr/>
        </p:nvGrpSpPr>
        <p:grpSpPr>
          <a:xfrm>
            <a:off x="547691" y="4195796"/>
            <a:ext cx="1019168" cy="608607"/>
            <a:chOff x="1805410" y="4191357"/>
            <a:chExt cx="1019168" cy="608607"/>
          </a:xfrm>
        </p:grpSpPr>
        <p:sp>
          <p:nvSpPr>
            <p:cNvPr id="26" name="Medio marco 25">
              <a:extLst>
                <a:ext uri="{FF2B5EF4-FFF2-40B4-BE49-F238E27FC236}">
                  <a16:creationId xmlns:a16="http://schemas.microsoft.com/office/drawing/2014/main" id="{ADB968BD-6F0F-C50F-480E-1811D8982936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7" name="Medio marco 26">
              <a:extLst>
                <a:ext uri="{FF2B5EF4-FFF2-40B4-BE49-F238E27FC236}">
                  <a16:creationId xmlns:a16="http://schemas.microsoft.com/office/drawing/2014/main" id="{B74041BD-87D2-2E22-68FD-3F145AF355F5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807E504-D4A8-BE23-1064-3FCD350314D5}"/>
              </a:ext>
            </a:extLst>
          </p:cNvPr>
          <p:cNvGrpSpPr/>
          <p:nvPr/>
        </p:nvGrpSpPr>
        <p:grpSpPr>
          <a:xfrm>
            <a:off x="6642222" y="3917969"/>
            <a:ext cx="1019168" cy="608607"/>
            <a:chOff x="1805410" y="4191357"/>
            <a:chExt cx="1019168" cy="608607"/>
          </a:xfrm>
        </p:grpSpPr>
        <p:sp>
          <p:nvSpPr>
            <p:cNvPr id="30" name="Medio marco 29">
              <a:extLst>
                <a:ext uri="{FF2B5EF4-FFF2-40B4-BE49-F238E27FC236}">
                  <a16:creationId xmlns:a16="http://schemas.microsoft.com/office/drawing/2014/main" id="{FF37B15D-CC6D-383B-F07B-68F0486C0051}"/>
                </a:ext>
              </a:extLst>
            </p:cNvPr>
            <p:cNvSpPr/>
            <p:nvPr/>
          </p:nvSpPr>
          <p:spPr>
            <a:xfrm rot="5400000">
              <a:off x="2142895" y="4118281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DC25037D-FDEC-78F5-4201-323116E58536}"/>
                </a:ext>
              </a:extLst>
            </p:cNvPr>
            <p:cNvSpPr/>
            <p:nvPr/>
          </p:nvSpPr>
          <p:spPr>
            <a:xfrm rot="16200000" flipH="1">
              <a:off x="1880914" y="4115853"/>
              <a:ext cx="606179" cy="757187"/>
            </a:xfrm>
            <a:prstGeom prst="halfFrame">
              <a:avLst>
                <a:gd name="adj1" fmla="val 20152"/>
                <a:gd name="adj2" fmla="val 2308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84408E1-8835-D51B-FD75-44067E3CF040}"/>
              </a:ext>
            </a:extLst>
          </p:cNvPr>
          <p:cNvSpPr/>
          <p:nvPr/>
        </p:nvSpPr>
        <p:spPr>
          <a:xfrm>
            <a:off x="4439527" y="386632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55808B-3C0E-4BCB-898A-3D3D221433AB}"/>
              </a:ext>
            </a:extLst>
          </p:cNvPr>
          <p:cNvCxnSpPr>
            <a:cxnSpLocks/>
          </p:cNvCxnSpPr>
          <p:nvPr/>
        </p:nvCxnSpPr>
        <p:spPr>
          <a:xfrm flipH="1">
            <a:off x="4918229" y="433932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44FDB84-9ED2-E2A2-C556-29DCC5C2F648}"/>
              </a:ext>
            </a:extLst>
          </p:cNvPr>
          <p:cNvSpPr/>
          <p:nvPr/>
        </p:nvSpPr>
        <p:spPr>
          <a:xfrm>
            <a:off x="4441054" y="5020636"/>
            <a:ext cx="3309892" cy="9460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0FE42A7-F21D-6821-B8B7-D7ADF9E711F4}"/>
              </a:ext>
            </a:extLst>
          </p:cNvPr>
          <p:cNvCxnSpPr>
            <a:cxnSpLocks/>
          </p:cNvCxnSpPr>
          <p:nvPr/>
        </p:nvCxnSpPr>
        <p:spPr>
          <a:xfrm>
            <a:off x="4919756" y="5493637"/>
            <a:ext cx="2361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924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C9B192-F254-F5C3-A608-29CF3B57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17" y="6102482"/>
            <a:ext cx="2146483" cy="758682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4125A32-EC1B-12DC-5A2F-9BFF1605B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4073"/>
            <a:ext cx="1962150" cy="75550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F4A818C-F0A5-D6B0-3538-CEB75C74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¡Gracias por vuestra atención!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9B00F06-A389-30F2-674D-8664B119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¿Sugerencias?</a:t>
            </a:r>
          </a:p>
          <a:p>
            <a:r>
              <a:rPr lang="es-ES" dirty="0"/>
              <a:t>¿Preguntas?</a:t>
            </a:r>
          </a:p>
          <a:p>
            <a:r>
              <a:rPr lang="es-ES" dirty="0"/>
              <a:t>¿Dudas?</a:t>
            </a:r>
          </a:p>
          <a:p>
            <a:r>
              <a:rPr lang="es-ES" dirty="0"/>
              <a:t>¿Inquietudes?</a:t>
            </a:r>
          </a:p>
          <a:p>
            <a:r>
              <a:rPr lang="es-ES" dirty="0"/>
              <a:t>¿Traumas?</a:t>
            </a:r>
          </a:p>
          <a:p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5806072-4110-03B4-ABF3-F6DE2FDC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29446"/>
            <a:ext cx="1838325" cy="1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39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256</Words>
  <Application>Microsoft Office PowerPoint</Application>
  <PresentationFormat>Panorámica</PresentationFormat>
  <Paragraphs>197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Planificación inteligente: Dominio Puerto</vt:lpstr>
      <vt:lpstr>Índice</vt:lpstr>
      <vt:lpstr>Introducción al Dominio</vt:lpstr>
      <vt:lpstr>Acciones: Stack - variantes y problemas</vt:lpstr>
      <vt:lpstr>Acciones: Unstack</vt:lpstr>
      <vt:lpstr>Acciones: Transporte entre muelles</vt:lpstr>
      <vt:lpstr>Acciones: Transporte entre muelles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¡Gracias por vuestra atención!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inteligente: Dominio Puerto</dc:title>
  <dc:creator>Miguel Garcia Bohigues</dc:creator>
  <cp:lastModifiedBy>Miguel Garcia Bohigues</cp:lastModifiedBy>
  <cp:revision>4</cp:revision>
  <dcterms:created xsi:type="dcterms:W3CDTF">2022-12-20T15:16:56Z</dcterms:created>
  <dcterms:modified xsi:type="dcterms:W3CDTF">2022-12-20T18:40:36Z</dcterms:modified>
</cp:coreProperties>
</file>